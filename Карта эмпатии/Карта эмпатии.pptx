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2" r:id="rId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jtFFGZuaK4XJ+uhB/8EOyWh1Ho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8465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чувствуют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Волнение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поступлением в университет или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колледж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Желание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получить качественное образование в области UX/UI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Надежду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успешную карьеру в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дизайне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Уверенность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своих творческих способностях</a:t>
            </a:r>
          </a:p>
        </p:txBody>
      </p:sp>
      <p:sp>
        <p:nvSpPr>
          <p:cNvPr id="92" name="Google Shape;92;p2"/>
          <p:cNvSpPr/>
          <p:nvPr/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rgbClr val="4472C4">
                  <a:alpha val="40784"/>
                </a:srgbClr>
              </a:gs>
              <a:gs pos="74000">
                <a:srgbClr val="8DA9DB">
                  <a:alpha val="0"/>
                </a:srgbClr>
              </a:gs>
              <a:gs pos="100000">
                <a:srgbClr val="8DA9DB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4472C4">
                  <a:alpha val="14901"/>
                </a:srgbClr>
              </a:gs>
              <a:gs pos="100000">
                <a:srgbClr val="4472C4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524784" y="248038"/>
            <a:ext cx="7326747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Карта </a:t>
            </a:r>
            <a:r>
              <a:rPr lang="ru-RU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эмпатии</a:t>
            </a: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Целевая аудитория - абитуриенты UX/UI дизайнера</a:t>
            </a:r>
            <a:endParaRPr sz="35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44515" y="101037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1028699" y="1891970"/>
            <a:ext cx="7935789" cy="255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видят: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Университеты и колледжи с программами по UX/UI дизайну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Различные курсы и тренинги для обучения дизайну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работ успешных UX/UI дизайнеров</a:t>
            </a:r>
          </a:p>
        </p:txBody>
      </p:sp>
      <p:pic>
        <p:nvPicPr>
          <p:cNvPr id="110" name="Google Shape;110;p3" descr="https://static.tildacdn.com/tild3635-6330-4633-b534-383662636437/44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9770" y="4442933"/>
            <a:ext cx="3924438" cy="2332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слышат: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Истории успеха от выпускников программ по UX/UI дизайну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 и советы от профессиональных дизайнеров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Обсуждения и отзывы о качестве образовательных программ</a:t>
            </a:r>
          </a:p>
        </p:txBody>
      </p:sp>
      <p:sp>
        <p:nvSpPr>
          <p:cNvPr id="117" name="Google Shape;117;p4"/>
          <p:cNvSpPr/>
          <p:nvPr/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rgbClr val="4472C4">
                  <a:alpha val="40784"/>
                </a:srgbClr>
              </a:gs>
              <a:gs pos="74000">
                <a:srgbClr val="8DA9DB">
                  <a:alpha val="0"/>
                </a:srgbClr>
              </a:gs>
              <a:gs pos="100000">
                <a:srgbClr val="8DA9DB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4472C4">
                  <a:alpha val="14901"/>
                </a:srgbClr>
              </a:gs>
              <a:gs pos="100000">
                <a:srgbClr val="4472C4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524784" y="248038"/>
            <a:ext cx="6783520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Times New Roman"/>
              <a:buNone/>
            </a:pPr>
            <a:endParaRPr sz="35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говорят и делают: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Ищут информацию о требованиях к поступлению в учебные заведения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Регистрируются на курсы и тренинги по UX/UI дизайну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Просматривают портфолио и работы других дизайнеров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Обсуждают свои планы и амбиции с друзьями и семьей</a:t>
            </a:r>
          </a:p>
        </p:txBody>
      </p:sp>
      <p:sp>
        <p:nvSpPr>
          <p:cNvPr id="130" name="Google Shape;130;p5"/>
          <p:cNvSpPr/>
          <p:nvPr/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rgbClr val="4472C4">
                  <a:alpha val="40784"/>
                </a:srgbClr>
              </a:gs>
              <a:gs pos="74000">
                <a:srgbClr val="8DA9DB">
                  <a:alpha val="0"/>
                </a:srgbClr>
              </a:gs>
              <a:gs pos="100000">
                <a:srgbClr val="8DA9DB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4472C4">
                  <a:alpha val="14901"/>
                </a:srgbClr>
              </a:gs>
              <a:gs pos="100000">
                <a:srgbClr val="4472C4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 flipH="1" flipV="1">
            <a:off x="7308303" y="1407238"/>
            <a:ext cx="2380819" cy="1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lang="en-US" sz="3200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32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3275856" y="34290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думают: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выбрать наиболее подходящую программу по UX/UI дизайну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навыки и знания необходимы для успешной карьеры в дизайне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найти работу или стажировку в качестве UX/UI дизайнера</a:t>
            </a:r>
          </a:p>
        </p:txBody>
      </p:sp>
      <p:sp>
        <p:nvSpPr>
          <p:cNvPr id="130" name="Google Shape;130;p5"/>
          <p:cNvSpPr/>
          <p:nvPr/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rgbClr val="4472C4">
                  <a:alpha val="40784"/>
                </a:srgbClr>
              </a:gs>
              <a:gs pos="74000">
                <a:srgbClr val="8DA9DB">
                  <a:alpha val="0"/>
                </a:srgbClr>
              </a:gs>
              <a:gs pos="100000">
                <a:srgbClr val="8DA9DB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4472C4">
                  <a:alpha val="14901"/>
                </a:srgbClr>
              </a:gs>
              <a:gs pos="100000">
                <a:srgbClr val="4472C4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 flipH="1" flipV="1">
            <a:off x="7308303" y="1407238"/>
            <a:ext cx="2380819" cy="1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lang="en-US" sz="3200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32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3275856" y="34290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380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Экран (4:3)</PresentationFormat>
  <Paragraphs>26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Карта эмпатии: Целевая аудитория - абитуриенты UX/UI дизайнера</vt:lpstr>
      <vt:lpstr>Презентация PowerPoint</vt:lpstr>
      <vt:lpstr>Презентация PowerPoint</vt:lpstr>
      <vt:lpstr>1</vt:lpstr>
      <vt:lpstr>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Карта эмпатии: Целевая аудитория - абитуриенты UX/UI дизайнера</dc:title>
  <dc:creator>Энтузиаст</dc:creator>
  <cp:lastModifiedBy>Энтузиаст</cp:lastModifiedBy>
  <cp:revision>1</cp:revision>
  <dcterms:created xsi:type="dcterms:W3CDTF">2022-06-14T13:01:44Z</dcterms:created>
  <dcterms:modified xsi:type="dcterms:W3CDTF">2023-10-22T13:39:34Z</dcterms:modified>
</cp:coreProperties>
</file>